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2" r:id="rId3"/>
    <p:sldId id="257" r:id="rId4"/>
    <p:sldId id="258" r:id="rId5"/>
    <p:sldId id="259" r:id="rId6"/>
    <p:sldId id="260" r:id="rId7"/>
    <p:sldId id="261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7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026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-914400" y="-914400"/>
            <a:ext cx="4572000" cy="73152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1097280" y="914400"/>
            <a:ext cx="914400" cy="9144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448" y="1115568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STOS TECHNOLOGICZNY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2651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 — System Lotów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LotyAPI (.NET 8.0)  +  Frontend (React 18 / TypeScript)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4389120"/>
            <a:ext cx="1097280" cy="3200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965960" y="4389120"/>
            <a:ext cx="1097280" cy="3200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8"/>
          <p:cNvSpPr/>
          <p:nvPr/>
        </p:nvSpPr>
        <p:spPr>
          <a:xfrm>
            <a:off x="1965960" y="4389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4389120"/>
            <a:ext cx="1097280" cy="3200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0"/>
          <p:cNvSpPr/>
          <p:nvPr/>
        </p:nvSpPr>
        <p:spPr>
          <a:xfrm>
            <a:off x="3200400" y="4389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34840" y="4389120"/>
            <a:ext cx="1097280" cy="3200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2"/>
          <p:cNvSpPr/>
          <p:nvPr/>
        </p:nvSpPr>
        <p:spPr>
          <a:xfrm>
            <a:off x="4434840" y="4389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0" y="4389120"/>
            <a:ext cx="1097280" cy="3200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4"/>
          <p:cNvSpPr/>
          <p:nvPr/>
        </p:nvSpPr>
        <p:spPr>
          <a:xfrm>
            <a:off x="5669280" y="4389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903720" y="4389120"/>
            <a:ext cx="1097280" cy="3200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Text 16"/>
          <p:cNvSpPr/>
          <p:nvPr/>
        </p:nvSpPr>
        <p:spPr>
          <a:xfrm>
            <a:off x="6903720" y="4389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Realizacja projektu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4864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777240" y="1261872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1352398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1887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Zrealizowano wszystkie wymagania z opisu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80467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54864" cy="141732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Shape 7"/>
          <p:cNvSpPr/>
          <p:nvPr/>
        </p:nvSpPr>
        <p:spPr>
          <a:xfrm>
            <a:off x="777240" y="2103120"/>
            <a:ext cx="411480" cy="41148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66" y="219364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057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funkcjonalności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371600" y="2468880"/>
            <a:ext cx="6858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Wyliczanie długości trasy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Kreowanie trasy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Przypięcie trasy do operacji lotniczych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657600"/>
            <a:ext cx="804672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5" name="Shape 11"/>
          <p:cNvSpPr/>
          <p:nvPr/>
        </p:nvSpPr>
        <p:spPr>
          <a:xfrm>
            <a:off x="548640" y="365760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Shape 12"/>
          <p:cNvSpPr/>
          <p:nvPr/>
        </p:nvSpPr>
        <p:spPr>
          <a:xfrm>
            <a:off x="777240" y="3749040"/>
            <a:ext cx="411480" cy="411480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6" y="3839566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71600" y="3703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Użyto Claude Code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371600" y="411480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Wersja www ze zmienionymi opcjami w zakresie ładowania różnych formatów plików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Dodatkowo użyto wtyczki do Visual Studio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Wykorzystano modele: Sonnet 4.6 i Opus 4.6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Architektura systemu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Dwuwarstwowa architektura: SPA Frontend komunikujący się z REST API przez HTTP/JSON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" cy="30175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914400" y="178308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042" y="1893722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46888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 5 (UI)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6 (nawigacja)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(HTTP client)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5 (bundler / dev server)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(testy jednostkowe)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34840" y="2788920"/>
            <a:ext cx="45720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8"/>
          <p:cNvSpPr/>
          <p:nvPr/>
        </p:nvSpPr>
        <p:spPr>
          <a:xfrm>
            <a:off x="4297680" y="2423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029200" y="155448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Shape 10"/>
          <p:cNvSpPr/>
          <p:nvPr/>
        </p:nvSpPr>
        <p:spPr>
          <a:xfrm>
            <a:off x="5029200" y="1554480"/>
            <a:ext cx="54864" cy="301752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Shape 11"/>
          <p:cNvSpPr/>
          <p:nvPr/>
        </p:nvSpPr>
        <p:spPr>
          <a:xfrm>
            <a:off x="5394960" y="1783080"/>
            <a:ext cx="502920" cy="502920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5602" y="1893722"/>
            <a:ext cx="281635" cy="28163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3504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394960" y="246888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8.0 Web API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Framework Core 8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(baza danych)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 Authentication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FluentValidation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Serilog (logowanie)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— .NET 8.0 Web API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46" y="13706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234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ASP.NET Core 8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80160" y="16002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Kontrolery REST API z globalnym filtrem [Authorize], konfiguracja JSON camelCase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09728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7"/>
          <p:cNvSpPr/>
          <p:nvPr/>
        </p:nvSpPr>
        <p:spPr>
          <a:xfrm>
            <a:off x="4754880" y="109728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Shape 8"/>
          <p:cNvSpPr/>
          <p:nvPr/>
        </p:nvSpPr>
        <p:spPr>
          <a:xfrm>
            <a:off x="4937760" y="12801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286" y="1370686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1234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 Core 8 + SQLite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86400" y="16002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Code-First z migracjami, DbContext z 8 encjami, automatyczne seedy numeratorów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242316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Shape 12"/>
          <p:cNvSpPr/>
          <p:nvPr/>
        </p:nvSpPr>
        <p:spPr>
          <a:xfrm>
            <a:off x="548640" y="242316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3"/>
          <p:cNvSpPr/>
          <p:nvPr/>
        </p:nvSpPr>
        <p:spPr>
          <a:xfrm>
            <a:off x="731520" y="26060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046" y="2696566"/>
            <a:ext cx="230429" cy="23042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2560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JWT Authentication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8016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+ Refresh tokeny, walidacja issuer/audience, automatyczne czyszczenie wygasłych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754880" y="242316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2" name="Shape 17"/>
          <p:cNvSpPr/>
          <p:nvPr/>
        </p:nvSpPr>
        <p:spPr>
          <a:xfrm>
            <a:off x="4754880" y="242316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Shape 18"/>
          <p:cNvSpPr/>
          <p:nvPr/>
        </p:nvSpPr>
        <p:spPr>
          <a:xfrm>
            <a:off x="4937760" y="26060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8286" y="2696566"/>
            <a:ext cx="230429" cy="23042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486400" y="2560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FluentValidation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548640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Automatyczna walidacja modeli wejściowych, zarejestrowane z assembly scanning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548640" y="374904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8" name="Shape 22"/>
          <p:cNvSpPr/>
          <p:nvPr/>
        </p:nvSpPr>
        <p:spPr>
          <a:xfrm>
            <a:off x="548640" y="374904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9" name="Shape 2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046" y="4022446"/>
            <a:ext cx="230429" cy="230429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28016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Serilog</a:t>
            </a:r>
            <a:endParaRPr lang="en-US" sz="1400" dirty="0"/>
          </a:p>
        </p:txBody>
      </p:sp>
      <p:sp>
        <p:nvSpPr>
          <p:cNvPr id="32" name="Text 25"/>
          <p:cNvSpPr/>
          <p:nvPr/>
        </p:nvSpPr>
        <p:spPr>
          <a:xfrm>
            <a:off x="1280160" y="42519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Logowanie do konsoli i plików, rolling daily, request logging z czasem odpowiedzi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4754880" y="374904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34" name="Shape 27"/>
          <p:cNvSpPr/>
          <p:nvPr/>
        </p:nvSpPr>
        <p:spPr>
          <a:xfrm>
            <a:off x="4754880" y="374904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5" name="Shape 28"/>
          <p:cNvSpPr/>
          <p:nvPr/>
        </p:nvSpPr>
        <p:spPr>
          <a:xfrm>
            <a:off x="4937760" y="393192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8286" y="4022446"/>
            <a:ext cx="230429" cy="230429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48640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Headers</a:t>
            </a:r>
            <a:endParaRPr lang="en-US" sz="1400" dirty="0"/>
          </a:p>
        </p:txBody>
      </p:sp>
      <p:sp>
        <p:nvSpPr>
          <p:cNvPr id="38" name="Text 30"/>
          <p:cNvSpPr/>
          <p:nvPr/>
        </p:nvSpPr>
        <p:spPr>
          <a:xfrm>
            <a:off x="5486400" y="42519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X-Content-Type-Options, X-Frame-Options, Rate Limiting na endpointach logowania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— React 18 + TypeScript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4864" cy="13716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411480" cy="411480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46" y="150784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371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18 + TS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80160" y="17373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Funkcyjne komponenty z Hooks, pełne typowanie TypeScript, Context API dla autentykacji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18872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Shape 8"/>
          <p:cNvSpPr/>
          <p:nvPr/>
        </p:nvSpPr>
        <p:spPr>
          <a:xfrm>
            <a:off x="4937760" y="141732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286" y="1507846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1371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 Design 5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86400" y="17373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Biblioteka UI: Table, Form, Modal, DatePicker, Select — spójny, profesjonalny interfejs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283464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Shape 12"/>
          <p:cNvSpPr/>
          <p:nvPr/>
        </p:nvSpPr>
        <p:spPr>
          <a:xfrm>
            <a:off x="548640" y="2834640"/>
            <a:ext cx="54864" cy="13716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3"/>
          <p:cNvSpPr/>
          <p:nvPr/>
        </p:nvSpPr>
        <p:spPr>
          <a:xfrm>
            <a:off x="731520" y="3063240"/>
            <a:ext cx="411480" cy="411480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046" y="3153766"/>
            <a:ext cx="230429" cy="23042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Vite 5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80160" y="33832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Błyskawiczny dev server z HMR, proxy do API, TypeScript out-of-the-box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754880" y="283464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2" name="Shape 17"/>
          <p:cNvSpPr/>
          <p:nvPr/>
        </p:nvSpPr>
        <p:spPr>
          <a:xfrm>
            <a:off x="4754880" y="283464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Shape 18"/>
          <p:cNvSpPr/>
          <p:nvPr/>
        </p:nvSpPr>
        <p:spPr>
          <a:xfrm>
            <a:off x="4937760" y="30632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8286" y="3153766"/>
            <a:ext cx="230429" cy="23042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48640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Axios + JWT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5486400" y="33832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Interceptory: auto-dołączanie tokena, odświeżanie refresh token, obsługa 401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4864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Struktura: 18 stron (pages), 9 komponentów, custom hooks, Context API, testy Vitest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Domena biznesowa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ewidencji operacji lotniczych helikopterów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" cy="96012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Planowane Operacje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Rejestracja, statusy (planowana → zatwierdzona → w realizacji → zamknięta), komentarze, historia zmian, autonumeracja OP-RRRR-NNN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804672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54864" cy="96012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Zlecenia na Lot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30175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Formularze zlecenia z trasą lotu, przypisanie helikoptera i załogi, lądowiska, autonumeracja ZL-RRRR-NNN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804672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4864" cy="96012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82296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Administracja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1605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Zarządzanie helikopterami, członkami załogi, lądowiskami, użytkownikami, słownikami (typy operacji, statusy)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Narzędzia i jakość kodu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4864" cy="32004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82296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 OpenAPI — dokumentacja API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Checks — monitoring bazy danych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Serilog — structured logging do plików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— ochrona przed brute-force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Exception Handling middleware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— oddzielne polityki Dev / Prod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— hashowanie haseł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840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54864" cy="32004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502920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 + TypeScript parser — linting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Prettier — formatowanie kodu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— testy jednostkowe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Boundary — obsługa błędów UI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hooks (useDebounce, useSlippyMap)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Vite — unikanie problemów CORS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dayjs — obsługa dat i czasu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600000">
            <a:off x="5486400" y="-914400"/>
            <a:ext cx="5486400" cy="73152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914400" y="1097280"/>
            <a:ext cx="731520" cy="7315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34" y="1258214"/>
            <a:ext cx="409651" cy="40965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103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Podsumowanie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914400" y="2926080"/>
            <a:ext cx="6858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Nowoczesny stos: .NET 8 + React 18 + TypeScript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Bezpieczeństwo: JWT + BCrypt + Rate Limiting + Security Headers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Jakość kodu: FluentValidation, ESLint, Prettier, testy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Logowanie i monitoring: Serilog + Health Checks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Gotowość produkcyjna: CORS Prod, HSTS, structured logging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542</Words>
  <Application>Microsoft Office PowerPoint</Application>
  <PresentationFormat>Pokaz na ekranie (16:9)</PresentationFormat>
  <Paragraphs>98</Paragraphs>
  <Slides>8</Slides>
  <Notes>8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8</vt:i4>
      </vt:variant>
    </vt:vector>
  </HeadingPairs>
  <TitlesOfParts>
    <vt:vector size="12" baseType="lpstr">
      <vt:lpstr>Arial</vt:lpstr>
      <vt:lpstr>Calibri</vt:lpstr>
      <vt:lpstr>Trebuchet MS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Stos Technologiczny — Aero</dc:title>
  <dc:subject>PptxGenJS Presentation</dc:subject>
  <dc:creator>Aero Team</dc:creator>
  <cp:lastModifiedBy>Orda Wiesław</cp:lastModifiedBy>
  <cp:revision>2</cp:revision>
  <dcterms:created xsi:type="dcterms:W3CDTF">2026-04-01T10:34:15Z</dcterms:created>
  <dcterms:modified xsi:type="dcterms:W3CDTF">2026-04-01T10:36:50Z</dcterms:modified>
</cp:coreProperties>
</file>