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02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914400" y="-914400"/>
            <a:ext cx="4572000" cy="73152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1097280" y="91440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11556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STOS TECHNOLOGICZNY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 — System Lotów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LotyAPI (.NET 8.0)  +  Frontend (React 18 / TypeScript)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4389120"/>
            <a:ext cx="1097280" cy="3200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65960" y="4389120"/>
            <a:ext cx="1097280" cy="3200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196596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4389120"/>
            <a:ext cx="1097280" cy="3200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0"/>
          <p:cNvSpPr/>
          <p:nvPr/>
        </p:nvSpPr>
        <p:spPr>
          <a:xfrm>
            <a:off x="320040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34840" y="4389120"/>
            <a:ext cx="1097280" cy="3200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443484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4389120"/>
            <a:ext cx="1097280" cy="3200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566928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03720" y="4389120"/>
            <a:ext cx="1097280" cy="3200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6"/>
          <p:cNvSpPr/>
          <p:nvPr/>
        </p:nvSpPr>
        <p:spPr>
          <a:xfrm>
            <a:off x="690372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Realizacja projektu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77240" y="126187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6" y="1352398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Zrealizowano wszystkie wymagania z opisu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80467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54864" cy="14173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6" y="2193646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057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funkcjonalności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468880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Wyliczanie długości trasy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Kreowanie trasy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Przypięcie trasy do operacji lotniczych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54864" cy="12344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777240" y="374904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6" y="3839566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703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Użyto Claude Code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4114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 www ze zmienionymi opcjami w zakresie ładowania różnych formatów plików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Dodatkowo użyto wtyczki do Visual Studio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Wykorzystano modele: Sonnet 4.6 i Opus 4.6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systemu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Trójwarstwowa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architektura: SPA Frontend komunikujący się z REST API przez HTTP/JSON</a:t>
            </a:r>
            <a:endParaRPr lang="pl-PL" sz="13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" cy="3017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89372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5 (UI)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 (nawigacja)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(bundler / dev server)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(testy jednostkowe)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2788920"/>
            <a:ext cx="4572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4297680" y="2423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0" y="155448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0"/>
          <p:cNvSpPr/>
          <p:nvPr/>
        </p:nvSpPr>
        <p:spPr>
          <a:xfrm>
            <a:off x="5029200" y="1554480"/>
            <a:ext cx="54864" cy="30175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Shape 11"/>
          <p:cNvSpPr/>
          <p:nvPr/>
        </p:nvSpPr>
        <p:spPr>
          <a:xfrm>
            <a:off x="5394960" y="178308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602" y="189372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3504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94960" y="24688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8.0 Web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8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(baza danych)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Authentication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(logowanie)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— .NET 8.0 Web 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6" y="1370686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ASP.NET Core 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Kontrolery REST API z globalnym filtrem [Authorize], konfiguracja JSON camelCase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937760" y="1280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286" y="1370686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 Core 8 + SQLite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z migracjami, DbContext z 8 encjami, automatyczne seedy numeratorów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42316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548640" y="24231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3"/>
          <p:cNvSpPr/>
          <p:nvPr/>
        </p:nvSpPr>
        <p:spPr>
          <a:xfrm>
            <a:off x="7315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6" y="2696566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80160" y="2926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tokeny, walidacja issuer/audience, automatyczne czyszczenie wygasłych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42316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Shape 17"/>
          <p:cNvSpPr/>
          <p:nvPr/>
        </p:nvSpPr>
        <p:spPr>
          <a:xfrm>
            <a:off x="4754880" y="242316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Shape 18"/>
          <p:cNvSpPr/>
          <p:nvPr/>
        </p:nvSpPr>
        <p:spPr>
          <a:xfrm>
            <a:off x="493776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286" y="2696566"/>
            <a:ext cx="230429" cy="23042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FluentValidation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0" y="2926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Automatyczna walidacja modeli wejściowych, zarejestrowane z assembly scanning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374904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8" name="Shape 22"/>
          <p:cNvSpPr/>
          <p:nvPr/>
        </p:nvSpPr>
        <p:spPr>
          <a:xfrm>
            <a:off x="548640" y="3749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9" name="Shape 23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6" y="4022446"/>
            <a:ext cx="230429" cy="23042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801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Serilog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280160" y="4251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do konsoli i plików, rolling daily, request logging z czasem odpowiedzi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754880" y="374904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4" name="Shape 27"/>
          <p:cNvSpPr/>
          <p:nvPr/>
        </p:nvSpPr>
        <p:spPr>
          <a:xfrm>
            <a:off x="4754880" y="3749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5" name="Shape 28"/>
          <p:cNvSpPr/>
          <p:nvPr/>
        </p:nvSpPr>
        <p:spPr>
          <a:xfrm>
            <a:off x="4937760" y="39319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8286" y="4022446"/>
            <a:ext cx="230429" cy="230429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48640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Headers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5486400" y="42519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X-Content-Type-Options, X-Frame-Options, Rate Limiting na endpointach logowania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— React 18 + TypeScript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6" y="1507846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18 + 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737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Funkcyjne komponenty z Hooks, pełne typowanie TypeScript, Context API dla autentykacji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4937760" y="1417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286" y="1507846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 Design 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0" y="1737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Biblioteka UI: Table, Form, Modal, DatePicker, Select — spójny, profesjonalny interfejs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8346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2"/>
          <p:cNvSpPr/>
          <p:nvPr/>
        </p:nvSpPr>
        <p:spPr>
          <a:xfrm>
            <a:off x="548640" y="2834640"/>
            <a:ext cx="54864" cy="13716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Shape 13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6" y="3153766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 5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80160" y="3383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Błyskawiczny dev server z HMR, proxy do API, TypeScript out-of-the-box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Shape 17"/>
          <p:cNvSpPr/>
          <p:nvPr/>
        </p:nvSpPr>
        <p:spPr>
          <a:xfrm>
            <a:off x="4754880" y="28346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Shape 18"/>
          <p:cNvSpPr/>
          <p:nvPr/>
        </p:nvSpPr>
        <p:spPr>
          <a:xfrm>
            <a:off x="4937760" y="3063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286" y="3153766"/>
            <a:ext cx="230429" cy="23042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Axios + JWT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0" y="3383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Interceptory: auto-dołączanie tokena, odświeżanie refresh token, obsługa 401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Struktura: 18 stron (pages), 9 komponentów, custom hooks, Context API, testy Vitest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Domena biznesowa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ewidencji operacji lotniczych helikopterów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" cy="9601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Planowane Operacje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Rejestracja, statusy (planowana → zatwierdzona → w realizacji → zamknięta), komentarze, historia zmian, autonumeracja OP-RRRR-NNN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864" cy="9601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Zlecenia na Lot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Formularze zlecenia z trasą lotu, przypisanie helikoptera i załogi, lądowiska, autonumeracja ZL-RRRR-NNN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864" cy="96012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Administracja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Zarządzanie helikopterami, członkami załogi, lądowiskami, użytkownikami, słownikami (typy operacji, statusy)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Narzędzia i jakość kodu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— dokumentacja 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— monitoring bazy danych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— structured logging do plików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ochrona przed brute-force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Handling middleware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— oddzielne polityki Dev / Prod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hashowanie haseł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+ TypeScript parser — linting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 — formatowanie kodu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— testy jednostkowe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 — obsługa błędów UI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(useDebounce, useSlippyMap)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Vite — unikanie problemów CORS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dayjs — obsługa dat i czasu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5486400" y="-914400"/>
            <a:ext cx="5486400" cy="731520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1258214"/>
            <a:ext cx="409651" cy="4096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Nowoczesny stos: .NET 8 + React 18 + TypeScript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Bezpieczeństwo: JWT + BCrypt + Rate Limiting + Security Headers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Jakość kodu: FluentValidation, ESLint, Prettier, testy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i monitoring: Serilog + Health Checks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Gotowość produkcyjna: CORS Prod, HSTS, structured logging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542</Words>
  <Application>Microsoft Office PowerPoint</Application>
  <PresentationFormat>Pokaz na ekranie (16:9)</PresentationFormat>
  <Paragraphs>98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Stos Technologiczny — Aero</dc:title>
  <dc:subject>PptxGenJS Presentation</dc:subject>
  <dc:creator>Aero Team</dc:creator>
  <cp:lastModifiedBy>Orda Wiesław</cp:lastModifiedBy>
  <cp:revision>3</cp:revision>
  <dcterms:created xsi:type="dcterms:W3CDTF">2026-04-01T10:34:15Z</dcterms:created>
  <dcterms:modified xsi:type="dcterms:W3CDTF">2026-04-01T11:56:32Z</dcterms:modified>
</cp:coreProperties>
</file>